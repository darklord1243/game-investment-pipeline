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6E73AD-84CF-4C3E-8380-A5D62F0C1913}" v="36" dt="2025-07-17T16:52:30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HAO LIN" userId="be4f93ed6d31bde8" providerId="LiveId" clId="{546E73AD-84CF-4C3E-8380-A5D62F0C1913}"/>
    <pc:docChg chg="undo custSel addSld modSld">
      <pc:chgData name="YUHAO LIN" userId="be4f93ed6d31bde8" providerId="LiveId" clId="{546E73AD-84CF-4C3E-8380-A5D62F0C1913}" dt="2025-07-17T16:53:22.407" v="318" actId="404"/>
      <pc:docMkLst>
        <pc:docMk/>
      </pc:docMkLst>
      <pc:sldChg chg="addSp delSp modSp mod modClrScheme chgLayout">
        <pc:chgData name="YUHAO LIN" userId="be4f93ed6d31bde8" providerId="LiveId" clId="{546E73AD-84CF-4C3E-8380-A5D62F0C1913}" dt="2025-07-17T15:04:38.679" v="155" actId="207"/>
        <pc:sldMkLst>
          <pc:docMk/>
          <pc:sldMk cId="256595743" sldId="257"/>
        </pc:sldMkLst>
        <pc:spChg chg="add mod ord">
          <ac:chgData name="YUHAO LIN" userId="be4f93ed6d31bde8" providerId="LiveId" clId="{546E73AD-84CF-4C3E-8380-A5D62F0C1913}" dt="2025-07-17T15:00:24.260" v="108" actId="167"/>
          <ac:spMkLst>
            <pc:docMk/>
            <pc:sldMk cId="256595743" sldId="257"/>
            <ac:spMk id="2" creationId="{DA8182B2-24AB-C9B0-CD62-49B33F0176F2}"/>
          </ac:spMkLst>
        </pc:spChg>
        <pc:spChg chg="add mod">
          <ac:chgData name="YUHAO LIN" userId="be4f93ed6d31bde8" providerId="LiveId" clId="{546E73AD-84CF-4C3E-8380-A5D62F0C1913}" dt="2025-07-17T14:57:51.096" v="85" actId="14100"/>
          <ac:spMkLst>
            <pc:docMk/>
            <pc:sldMk cId="256595743" sldId="257"/>
            <ac:spMk id="3" creationId="{7D1F2E2B-D441-C710-B26A-7092CBC413B0}"/>
          </ac:spMkLst>
        </pc:spChg>
        <pc:spChg chg="mod ord">
          <ac:chgData name="YUHAO LIN" userId="be4f93ed6d31bde8" providerId="LiveId" clId="{546E73AD-84CF-4C3E-8380-A5D62F0C1913}" dt="2025-07-17T14:56:01.640" v="65" actId="20577"/>
          <ac:spMkLst>
            <pc:docMk/>
            <pc:sldMk cId="256595743" sldId="257"/>
            <ac:spMk id="4" creationId="{F0EE2A9A-2C17-93F0-DA54-625663EAA89E}"/>
          </ac:spMkLst>
        </pc:spChg>
        <pc:spChg chg="del mod ord">
          <ac:chgData name="YUHAO LIN" userId="be4f93ed6d31bde8" providerId="LiveId" clId="{546E73AD-84CF-4C3E-8380-A5D62F0C1913}" dt="2025-07-17T14:59:58.317" v="97" actId="931"/>
          <ac:spMkLst>
            <pc:docMk/>
            <pc:sldMk cId="256595743" sldId="257"/>
            <ac:spMk id="6" creationId="{E0A16DA1-62ED-5AFA-1B5C-A2342D32FC99}"/>
          </ac:spMkLst>
        </pc:spChg>
        <pc:spChg chg="del mod ord">
          <ac:chgData name="YUHAO LIN" userId="be4f93ed6d31bde8" providerId="LiveId" clId="{546E73AD-84CF-4C3E-8380-A5D62F0C1913}" dt="2025-07-17T14:55:36.580" v="27" actId="478"/>
          <ac:spMkLst>
            <pc:docMk/>
            <pc:sldMk cId="256595743" sldId="257"/>
            <ac:spMk id="8" creationId="{679F4453-924D-56DF-DB14-BFA85119D511}"/>
          </ac:spMkLst>
        </pc:spChg>
        <pc:spChg chg="add mod">
          <ac:chgData name="YUHAO LIN" userId="be4f93ed6d31bde8" providerId="LiveId" clId="{546E73AD-84CF-4C3E-8380-A5D62F0C1913}" dt="2025-07-17T15:02:00.760" v="127" actId="1076"/>
          <ac:spMkLst>
            <pc:docMk/>
            <pc:sldMk cId="256595743" sldId="257"/>
            <ac:spMk id="12" creationId="{6DBA8AD9-81F0-206C-BF5E-1A8263315ACA}"/>
          </ac:spMkLst>
        </pc:spChg>
        <pc:spChg chg="add mod">
          <ac:chgData name="YUHAO LIN" userId="be4f93ed6d31bde8" providerId="LiveId" clId="{546E73AD-84CF-4C3E-8380-A5D62F0C1913}" dt="2025-07-17T15:01:56.796" v="126" actId="207"/>
          <ac:spMkLst>
            <pc:docMk/>
            <pc:sldMk cId="256595743" sldId="257"/>
            <ac:spMk id="13" creationId="{650D7868-BA8C-7236-FC4F-AA4E6E8B8D2C}"/>
          </ac:spMkLst>
        </pc:spChg>
        <pc:spChg chg="add mod">
          <ac:chgData name="YUHAO LIN" userId="be4f93ed6d31bde8" providerId="LiveId" clId="{546E73AD-84CF-4C3E-8380-A5D62F0C1913}" dt="2025-07-17T15:03:47.179" v="135" actId="208"/>
          <ac:spMkLst>
            <pc:docMk/>
            <pc:sldMk cId="256595743" sldId="257"/>
            <ac:spMk id="19" creationId="{2D907080-6C61-9326-191D-6756D47B19AD}"/>
          </ac:spMkLst>
        </pc:spChg>
        <pc:spChg chg="add mod">
          <ac:chgData name="YUHAO LIN" userId="be4f93ed6d31bde8" providerId="LiveId" clId="{546E73AD-84CF-4C3E-8380-A5D62F0C1913}" dt="2025-07-17T15:04:38.679" v="155" actId="207"/>
          <ac:spMkLst>
            <pc:docMk/>
            <pc:sldMk cId="256595743" sldId="257"/>
            <ac:spMk id="20" creationId="{C280D16D-4161-D7DB-1C62-E6FD0C21A7FE}"/>
          </ac:spMkLst>
        </pc:spChg>
        <pc:picChg chg="add mod">
          <ac:chgData name="YUHAO LIN" userId="be4f93ed6d31bde8" providerId="LiveId" clId="{546E73AD-84CF-4C3E-8380-A5D62F0C1913}" dt="2025-07-17T14:58:54.001" v="92" actId="1076"/>
          <ac:picMkLst>
            <pc:docMk/>
            <pc:sldMk cId="256595743" sldId="257"/>
            <ac:picMk id="5" creationId="{FF1A5CC7-C78D-49E4-8F77-FA51DDD78D89}"/>
          </ac:picMkLst>
        </pc:picChg>
        <pc:picChg chg="add mod">
          <ac:chgData name="YUHAO LIN" userId="be4f93ed6d31bde8" providerId="LiveId" clId="{546E73AD-84CF-4C3E-8380-A5D62F0C1913}" dt="2025-07-17T14:59:02.697" v="94" actId="1076"/>
          <ac:picMkLst>
            <pc:docMk/>
            <pc:sldMk cId="256595743" sldId="257"/>
            <ac:picMk id="7" creationId="{0389B0D0-FD32-189D-AF84-25F24BD9224C}"/>
          </ac:picMkLst>
        </pc:picChg>
        <pc:picChg chg="add mod">
          <ac:chgData name="YUHAO LIN" userId="be4f93ed6d31bde8" providerId="LiveId" clId="{546E73AD-84CF-4C3E-8380-A5D62F0C1913}" dt="2025-07-17T14:59:12.107" v="96" actId="1076"/>
          <ac:picMkLst>
            <pc:docMk/>
            <pc:sldMk cId="256595743" sldId="257"/>
            <ac:picMk id="9" creationId="{6FDF0C42-1F3E-96A8-4B2A-A599E10FB4A9}"/>
          </ac:picMkLst>
        </pc:picChg>
        <pc:picChg chg="add mod">
          <ac:chgData name="YUHAO LIN" userId="be4f93ed6d31bde8" providerId="LiveId" clId="{546E73AD-84CF-4C3E-8380-A5D62F0C1913}" dt="2025-07-17T15:00:16.670" v="105" actId="1076"/>
          <ac:picMkLst>
            <pc:docMk/>
            <pc:sldMk cId="256595743" sldId="257"/>
            <ac:picMk id="11" creationId="{29E02E4D-FFBB-00D9-5CAC-45136D48C1E4}"/>
          </ac:picMkLst>
        </pc:picChg>
        <pc:cxnChg chg="add mod">
          <ac:chgData name="YUHAO LIN" userId="be4f93ed6d31bde8" providerId="LiveId" clId="{546E73AD-84CF-4C3E-8380-A5D62F0C1913}" dt="2025-07-17T15:02:34.204" v="129" actId="14100"/>
          <ac:cxnSpMkLst>
            <pc:docMk/>
            <pc:sldMk cId="256595743" sldId="257"/>
            <ac:cxnSpMk id="15" creationId="{D71F50F9-7891-B2B5-AEC1-2D339568FA52}"/>
          </ac:cxnSpMkLst>
        </pc:cxnChg>
        <pc:cxnChg chg="add">
          <ac:chgData name="YUHAO LIN" userId="be4f93ed6d31bde8" providerId="LiveId" clId="{546E73AD-84CF-4C3E-8380-A5D62F0C1913}" dt="2025-07-17T15:02:52.212" v="130" actId="11529"/>
          <ac:cxnSpMkLst>
            <pc:docMk/>
            <pc:sldMk cId="256595743" sldId="257"/>
            <ac:cxnSpMk id="18" creationId="{AB8FA274-116E-AE8B-7A63-46469540A84C}"/>
          </ac:cxnSpMkLst>
        </pc:cxnChg>
      </pc:sldChg>
      <pc:sldChg chg="modSp mod">
        <pc:chgData name="YUHAO LIN" userId="be4f93ed6d31bde8" providerId="LiveId" clId="{546E73AD-84CF-4C3E-8380-A5D62F0C1913}" dt="2025-07-17T15:05:20.823" v="164" actId="27636"/>
        <pc:sldMkLst>
          <pc:docMk/>
          <pc:sldMk cId="2620890228" sldId="258"/>
        </pc:sldMkLst>
        <pc:spChg chg="mod">
          <ac:chgData name="YUHAO LIN" userId="be4f93ed6d31bde8" providerId="LiveId" clId="{546E73AD-84CF-4C3E-8380-A5D62F0C1913}" dt="2025-07-17T15:05:20.823" v="163" actId="27636"/>
          <ac:spMkLst>
            <pc:docMk/>
            <pc:sldMk cId="2620890228" sldId="258"/>
            <ac:spMk id="11" creationId="{B121F825-05BB-EE34-12B1-2EC212FD19D7}"/>
          </ac:spMkLst>
        </pc:spChg>
        <pc:spChg chg="mod">
          <ac:chgData name="YUHAO LIN" userId="be4f93ed6d31bde8" providerId="LiveId" clId="{546E73AD-84CF-4C3E-8380-A5D62F0C1913}" dt="2025-07-17T15:05:20.823" v="164" actId="27636"/>
          <ac:spMkLst>
            <pc:docMk/>
            <pc:sldMk cId="2620890228" sldId="258"/>
            <ac:spMk id="13" creationId="{ADA0E01C-78D1-462E-B785-69A9B2160CEA}"/>
          </ac:spMkLst>
        </pc:spChg>
      </pc:sldChg>
      <pc:sldChg chg="addSp delSp modSp new mod modClrScheme chgLayout">
        <pc:chgData name="YUHAO LIN" userId="be4f93ed6d31bde8" providerId="LiveId" clId="{546E73AD-84CF-4C3E-8380-A5D62F0C1913}" dt="2025-07-17T16:42:34.648" v="241" actId="1076"/>
        <pc:sldMkLst>
          <pc:docMk/>
          <pc:sldMk cId="3611588736" sldId="264"/>
        </pc:sldMkLst>
        <pc:spChg chg="del mod ord">
          <ac:chgData name="YUHAO LIN" userId="be4f93ed6d31bde8" providerId="LiveId" clId="{546E73AD-84CF-4C3E-8380-A5D62F0C1913}" dt="2025-07-17T15:06:06.101" v="166" actId="700"/>
          <ac:spMkLst>
            <pc:docMk/>
            <pc:sldMk cId="3611588736" sldId="264"/>
            <ac:spMk id="2" creationId="{5CA27031-3975-2EA8-0BEF-33FC4C46D7E6}"/>
          </ac:spMkLst>
        </pc:spChg>
        <pc:spChg chg="del mod ord">
          <ac:chgData name="YUHAO LIN" userId="be4f93ed6d31bde8" providerId="LiveId" clId="{546E73AD-84CF-4C3E-8380-A5D62F0C1913}" dt="2025-07-17T15:06:06.101" v="166" actId="700"/>
          <ac:spMkLst>
            <pc:docMk/>
            <pc:sldMk cId="3611588736" sldId="264"/>
            <ac:spMk id="3" creationId="{9A1D50D6-9DD4-1EB9-5DE9-31C5B40BA306}"/>
          </ac:spMkLst>
        </pc:spChg>
        <pc:spChg chg="del mod ord">
          <ac:chgData name="YUHAO LIN" userId="be4f93ed6d31bde8" providerId="LiveId" clId="{546E73AD-84CF-4C3E-8380-A5D62F0C1913}" dt="2025-07-17T15:06:06.101" v="166" actId="700"/>
          <ac:spMkLst>
            <pc:docMk/>
            <pc:sldMk cId="3611588736" sldId="264"/>
            <ac:spMk id="4" creationId="{1918D5ED-9804-313B-C5E2-1BD866DB43EB}"/>
          </ac:spMkLst>
        </pc:spChg>
        <pc:spChg chg="del">
          <ac:chgData name="YUHAO LIN" userId="be4f93ed6d31bde8" providerId="LiveId" clId="{546E73AD-84CF-4C3E-8380-A5D62F0C1913}" dt="2025-07-17T15:06:06.101" v="166" actId="700"/>
          <ac:spMkLst>
            <pc:docMk/>
            <pc:sldMk cId="3611588736" sldId="264"/>
            <ac:spMk id="5" creationId="{838E33D0-D4AD-6288-8DD3-C575DB07156C}"/>
          </ac:spMkLst>
        </pc:spChg>
        <pc:spChg chg="del">
          <ac:chgData name="YUHAO LIN" userId="be4f93ed6d31bde8" providerId="LiveId" clId="{546E73AD-84CF-4C3E-8380-A5D62F0C1913}" dt="2025-07-17T15:06:06.101" v="166" actId="700"/>
          <ac:spMkLst>
            <pc:docMk/>
            <pc:sldMk cId="3611588736" sldId="264"/>
            <ac:spMk id="6" creationId="{6716ADD2-A9C8-308A-F1F8-DBC9D2B019CB}"/>
          </ac:spMkLst>
        </pc:spChg>
        <pc:spChg chg="add mod ord">
          <ac:chgData name="YUHAO LIN" userId="be4f93ed6d31bde8" providerId="LiveId" clId="{546E73AD-84CF-4C3E-8380-A5D62F0C1913}" dt="2025-07-17T16:40:04.021" v="214" actId="700"/>
          <ac:spMkLst>
            <pc:docMk/>
            <pc:sldMk cId="3611588736" sldId="264"/>
            <ac:spMk id="7" creationId="{1E51C7E0-1189-C7FC-6F79-02F4836A313C}"/>
          </ac:spMkLst>
        </pc:spChg>
        <pc:spChg chg="add del mod ord">
          <ac:chgData name="YUHAO LIN" userId="be4f93ed6d31bde8" providerId="LiveId" clId="{546E73AD-84CF-4C3E-8380-A5D62F0C1913}" dt="2025-07-17T16:40:04.021" v="214" actId="700"/>
          <ac:spMkLst>
            <pc:docMk/>
            <pc:sldMk cId="3611588736" sldId="264"/>
            <ac:spMk id="8" creationId="{74D6FD20-773B-92F0-DD3E-ADFFDD8EC839}"/>
          </ac:spMkLst>
        </pc:spChg>
        <pc:spChg chg="add del mod ord">
          <ac:chgData name="YUHAO LIN" userId="be4f93ed6d31bde8" providerId="LiveId" clId="{546E73AD-84CF-4C3E-8380-A5D62F0C1913}" dt="2025-07-17T16:40:04.021" v="214" actId="700"/>
          <ac:spMkLst>
            <pc:docMk/>
            <pc:sldMk cId="3611588736" sldId="264"/>
            <ac:spMk id="9" creationId="{83FD0AB1-BD38-CB16-2FFB-DC462FB962AF}"/>
          </ac:spMkLst>
        </pc:spChg>
        <pc:spChg chg="add del mod ord">
          <ac:chgData name="YUHAO LIN" userId="be4f93ed6d31bde8" providerId="LiveId" clId="{546E73AD-84CF-4C3E-8380-A5D62F0C1913}" dt="2025-07-17T16:40:11.836" v="215" actId="931"/>
          <ac:spMkLst>
            <pc:docMk/>
            <pc:sldMk cId="3611588736" sldId="264"/>
            <ac:spMk id="28" creationId="{E8A8F4E1-8A8A-4245-C7F9-6481858953B9}"/>
          </ac:spMkLst>
        </pc:spChg>
        <pc:spChg chg="add mod">
          <ac:chgData name="YUHAO LIN" userId="be4f93ed6d31bde8" providerId="LiveId" clId="{546E73AD-84CF-4C3E-8380-A5D62F0C1913}" dt="2025-07-17T16:41:41.747" v="238" actId="14100"/>
          <ac:spMkLst>
            <pc:docMk/>
            <pc:sldMk cId="3611588736" sldId="264"/>
            <ac:spMk id="38" creationId="{F3A2254C-8A04-5E1C-C6DF-106D616A0059}"/>
          </ac:spMkLst>
        </pc:spChg>
        <pc:picChg chg="add mod">
          <ac:chgData name="YUHAO LIN" userId="be4f93ed6d31bde8" providerId="LiveId" clId="{546E73AD-84CF-4C3E-8380-A5D62F0C1913}" dt="2025-07-17T16:38:34.388" v="187" actId="931"/>
          <ac:picMkLst>
            <pc:docMk/>
            <pc:sldMk cId="3611588736" sldId="264"/>
            <ac:picMk id="11" creationId="{DEF525EB-D6F8-B08A-9BAD-B74EE32FEB7A}"/>
          </ac:picMkLst>
        </pc:picChg>
        <pc:picChg chg="add mod">
          <ac:chgData name="YUHAO LIN" userId="be4f93ed6d31bde8" providerId="LiveId" clId="{546E73AD-84CF-4C3E-8380-A5D62F0C1913}" dt="2025-07-17T16:38:32.327" v="186" actId="931"/>
          <ac:picMkLst>
            <pc:docMk/>
            <pc:sldMk cId="3611588736" sldId="264"/>
            <ac:picMk id="13" creationId="{C866ADA8-1243-DEC3-5A0F-C651E8C39249}"/>
          </ac:picMkLst>
        </pc:picChg>
        <pc:picChg chg="add mod">
          <ac:chgData name="YUHAO LIN" userId="be4f93ed6d31bde8" providerId="LiveId" clId="{546E73AD-84CF-4C3E-8380-A5D62F0C1913}" dt="2025-07-17T16:38:32.327" v="186" actId="931"/>
          <ac:picMkLst>
            <pc:docMk/>
            <pc:sldMk cId="3611588736" sldId="264"/>
            <ac:picMk id="15" creationId="{CAAD6882-4008-BB45-A147-B8074E4A433A}"/>
          </ac:picMkLst>
        </pc:picChg>
        <pc:picChg chg="add mod">
          <ac:chgData name="YUHAO LIN" userId="be4f93ed6d31bde8" providerId="LiveId" clId="{546E73AD-84CF-4C3E-8380-A5D62F0C1913}" dt="2025-07-17T16:38:32.327" v="186" actId="931"/>
          <ac:picMkLst>
            <pc:docMk/>
            <pc:sldMk cId="3611588736" sldId="264"/>
            <ac:picMk id="17" creationId="{6607493B-64C2-728B-8E80-C751B3DB18EF}"/>
          </ac:picMkLst>
        </pc:picChg>
        <pc:picChg chg="add mod">
          <ac:chgData name="YUHAO LIN" userId="be4f93ed6d31bde8" providerId="LiveId" clId="{546E73AD-84CF-4C3E-8380-A5D62F0C1913}" dt="2025-07-17T16:38:57.613" v="194" actId="931"/>
          <ac:picMkLst>
            <pc:docMk/>
            <pc:sldMk cId="3611588736" sldId="264"/>
            <ac:picMk id="19" creationId="{347D09DE-1AF8-3394-DCDA-85F6E65F4914}"/>
          </ac:picMkLst>
        </pc:picChg>
        <pc:picChg chg="add mod">
          <ac:chgData name="YUHAO LIN" userId="be4f93ed6d31bde8" providerId="LiveId" clId="{546E73AD-84CF-4C3E-8380-A5D62F0C1913}" dt="2025-07-17T16:39:07.365" v="199" actId="931"/>
          <ac:picMkLst>
            <pc:docMk/>
            <pc:sldMk cId="3611588736" sldId="264"/>
            <ac:picMk id="21" creationId="{99217E42-DAFF-8650-3F21-F6B3AE8D6DEF}"/>
          </ac:picMkLst>
        </pc:picChg>
        <pc:picChg chg="add mod">
          <ac:chgData name="YUHAO LIN" userId="be4f93ed6d31bde8" providerId="LiveId" clId="{546E73AD-84CF-4C3E-8380-A5D62F0C1913}" dt="2025-07-17T16:39:15.707" v="204" actId="931"/>
          <ac:picMkLst>
            <pc:docMk/>
            <pc:sldMk cId="3611588736" sldId="264"/>
            <ac:picMk id="23" creationId="{0D5DD1BA-CF78-1341-D76C-DD7E61CE0C0C}"/>
          </ac:picMkLst>
        </pc:picChg>
        <pc:picChg chg="add del mod ord">
          <ac:chgData name="YUHAO LIN" userId="be4f93ed6d31bde8" providerId="LiveId" clId="{546E73AD-84CF-4C3E-8380-A5D62F0C1913}" dt="2025-07-17T16:39:41.429" v="208" actId="22"/>
          <ac:picMkLst>
            <pc:docMk/>
            <pc:sldMk cId="3611588736" sldId="264"/>
            <ac:picMk id="25" creationId="{646B149A-DE25-8F8E-87B8-8311F48DE7F2}"/>
          </ac:picMkLst>
        </pc:picChg>
        <pc:picChg chg="add mod">
          <ac:chgData name="YUHAO LIN" userId="be4f93ed6d31bde8" providerId="LiveId" clId="{546E73AD-84CF-4C3E-8380-A5D62F0C1913}" dt="2025-07-17T16:39:55.344" v="213" actId="931"/>
          <ac:picMkLst>
            <pc:docMk/>
            <pc:sldMk cId="3611588736" sldId="264"/>
            <ac:picMk id="27" creationId="{2100BA83-37A8-3F46-1440-98437D335A9A}"/>
          </ac:picMkLst>
        </pc:picChg>
        <pc:picChg chg="add del mod">
          <ac:chgData name="YUHAO LIN" userId="be4f93ed6d31bde8" providerId="LiveId" clId="{546E73AD-84CF-4C3E-8380-A5D62F0C1913}" dt="2025-07-17T16:41:15.081" v="236" actId="478"/>
          <ac:picMkLst>
            <pc:docMk/>
            <pc:sldMk cId="3611588736" sldId="264"/>
            <ac:picMk id="30" creationId="{D8119802-A09C-EB34-3F11-4963790CD596}"/>
          </ac:picMkLst>
        </pc:picChg>
        <pc:picChg chg="add mod">
          <ac:chgData name="YUHAO LIN" userId="be4f93ed6d31bde8" providerId="LiveId" clId="{546E73AD-84CF-4C3E-8380-A5D62F0C1913}" dt="2025-07-17T16:42:27.840" v="239" actId="14100"/>
          <ac:picMkLst>
            <pc:docMk/>
            <pc:sldMk cId="3611588736" sldId="264"/>
            <ac:picMk id="32" creationId="{DD0AA7F3-C6E0-6238-80DB-8F7571AB8375}"/>
          </ac:picMkLst>
        </pc:picChg>
        <pc:picChg chg="add mod">
          <ac:chgData name="YUHAO LIN" userId="be4f93ed6d31bde8" providerId="LiveId" clId="{546E73AD-84CF-4C3E-8380-A5D62F0C1913}" dt="2025-07-17T16:42:34.648" v="241" actId="1076"/>
          <ac:picMkLst>
            <pc:docMk/>
            <pc:sldMk cId="3611588736" sldId="264"/>
            <ac:picMk id="34" creationId="{1EC3D6ED-096D-7498-915C-0BA616F7754C}"/>
          </ac:picMkLst>
        </pc:picChg>
        <pc:picChg chg="add mod">
          <ac:chgData name="YUHAO LIN" userId="be4f93ed6d31bde8" providerId="LiveId" clId="{546E73AD-84CF-4C3E-8380-A5D62F0C1913}" dt="2025-07-17T16:41:21.637" v="237" actId="1076"/>
          <ac:picMkLst>
            <pc:docMk/>
            <pc:sldMk cId="3611588736" sldId="264"/>
            <ac:picMk id="36" creationId="{E300544D-C2FD-31ED-F66A-E18FA00AE5E5}"/>
          </ac:picMkLst>
        </pc:picChg>
      </pc:sldChg>
      <pc:sldChg chg="addSp delSp modSp new mod">
        <pc:chgData name="YUHAO LIN" userId="be4f93ed6d31bde8" providerId="LiveId" clId="{546E73AD-84CF-4C3E-8380-A5D62F0C1913}" dt="2025-07-17T16:53:22.407" v="318" actId="404"/>
        <pc:sldMkLst>
          <pc:docMk/>
          <pc:sldMk cId="293665279" sldId="265"/>
        </pc:sldMkLst>
        <pc:spChg chg="mod">
          <ac:chgData name="YUHAO LIN" userId="be4f93ed6d31bde8" providerId="LiveId" clId="{546E73AD-84CF-4C3E-8380-A5D62F0C1913}" dt="2025-07-17T16:44:33.587" v="263" actId="20577"/>
          <ac:spMkLst>
            <pc:docMk/>
            <pc:sldMk cId="293665279" sldId="265"/>
            <ac:spMk id="2" creationId="{691A96ED-066D-0853-6ADF-6E955B3DAC5A}"/>
          </ac:spMkLst>
        </pc:spChg>
        <pc:spChg chg="del">
          <ac:chgData name="YUHAO LIN" userId="be4f93ed6d31bde8" providerId="LiveId" clId="{546E73AD-84CF-4C3E-8380-A5D62F0C1913}" dt="2025-07-17T16:49:23.763" v="264" actId="3680"/>
          <ac:spMkLst>
            <pc:docMk/>
            <pc:sldMk cId="293665279" sldId="265"/>
            <ac:spMk id="3" creationId="{C378C576-C05E-2462-461D-D5B2FE3A942D}"/>
          </ac:spMkLst>
        </pc:spChg>
        <pc:graphicFrameChg chg="add mod ord modGraphic">
          <ac:chgData name="YUHAO LIN" userId="be4f93ed6d31bde8" providerId="LiveId" clId="{546E73AD-84CF-4C3E-8380-A5D62F0C1913}" dt="2025-07-17T16:53:22.407" v="318" actId="404"/>
          <ac:graphicFrameMkLst>
            <pc:docMk/>
            <pc:sldMk cId="293665279" sldId="265"/>
            <ac:graphicFrameMk id="4" creationId="{C01D984F-F27D-C5A1-0447-4135E537310A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Sheet1!$B$2:$B$5</c:f>
              <c:numCache>
                <c:formatCode>General</c:formatCode>
                <c:ptCount val="4"/>
                <c:pt idx="0">
                  <c:v>2.2999999999999998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系列 1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Sheet1!$A$2:$A$5</c15:sqref>
                        </c15:formulaRef>
                      </c:ext>
                    </c:extLst>
                    <c:strCache>
                      <c:ptCount val="4"/>
                      <c:pt idx="0">
                        <c:v>类别 1</c:v>
                      </c:pt>
                      <c:pt idx="1">
                        <c:v>类别 2</c:v>
                      </c:pt>
                      <c:pt idx="2">
                        <c:v>类别 3</c:v>
                      </c:pt>
                      <c:pt idx="3">
                        <c:v>类别 4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A492-4E0A-AF19-E69241088A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65022591"/>
        <c:axId val="1365018271"/>
        <c:extLst>
          <c:ext xmlns:c15="http://schemas.microsoft.com/office/drawing/2012/chart" uri="{02D57815-91ED-43cb-92C2-25804820EDAC}">
            <c15:filteredLineSeries>
              <c15:ser>
                <c:idx val="1"/>
                <c:order val="1"/>
                <c:spPr>
                  <a:ln w="28575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none"/>
                </c:marker>
                <c:val>
                  <c:numRef>
                    <c:extLst>
                      <c:ext uri="{02D57815-91ED-43cb-92C2-25804820EDAC}">
                        <c15:formulaRef>
                          <c15:sqref>Sheet1!$C$2:$C$5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2.4</c:v>
                      </c:pt>
                      <c:pt idx="1">
                        <c:v>4.4000000000000004</c:v>
                      </c:pt>
                      <c:pt idx="2">
                        <c:v>1.8</c:v>
                      </c:pt>
                      <c:pt idx="3">
                        <c:v>2.8</c:v>
                      </c:pt>
                    </c:numCache>
                  </c:numRef>
                </c:val>
                <c:smooth val="0"/>
                <c:extLst>
                  <c:ext uri="{02D57815-91ED-43cb-92C2-25804820EDAC}">
                    <c15:filteredSeriesTitle>
                      <c15:tx>
                        <c:strRef>
                          <c:extLst>
                            <c:ext uri="{02D57815-91ED-43cb-92C2-25804820EDAC}">
                              <c15:formulaRef>
                                <c15:sqref>Sheet1!$C$1</c15:sqref>
                              </c15:formulaRef>
                            </c:ext>
                          </c:extLst>
                          <c:strCache>
                            <c:ptCount val="1"/>
                            <c:pt idx="0">
                              <c:v>系列 2</c:v>
                            </c:pt>
                          </c:strCache>
                        </c:strRef>
                      </c15:tx>
                    </c15:filteredSeriesTitle>
                  </c:ext>
                  <c:ext uri="{02D57815-91ED-43cb-92C2-25804820EDAC}">
                    <c15:filteredCategoryTitle>
                      <c15:cat>
                        <c:strRef>
                          <c:extLst>
                            <c:ext uri="{02D57815-91ED-43cb-92C2-25804820EDAC}">
                              <c15:formulaRef>
                                <c15:sqref>Sheet1!$A$2:$A$5</c15:sqref>
                              </c15:formulaRef>
                            </c:ext>
                          </c:extLst>
                          <c:strCache>
                            <c:ptCount val="4"/>
                            <c:pt idx="0">
                              <c:v>类别 1</c:v>
                            </c:pt>
                            <c:pt idx="1">
                              <c:v>类别 2</c:v>
                            </c:pt>
                            <c:pt idx="2">
                              <c:v>类别 3</c:v>
                            </c:pt>
                            <c:pt idx="3">
                              <c:v>类别 4</c:v>
                            </c:pt>
                          </c:strCache>
                        </c:strRef>
                      </c15:cat>
                    </c15:filteredCategoryTitle>
                  </c:ext>
                  <c:ext xmlns:c16="http://schemas.microsoft.com/office/drawing/2014/chart" uri="{C3380CC4-5D6E-409C-BE32-E72D297353CC}">
                    <c16:uniqueId val="{00000001-A492-4E0A-AF19-E69241088AA4}"/>
                  </c:ext>
                </c:extLst>
              </c15:ser>
            </c15:filteredLineSeries>
            <c15:filteredLineSeries>
              <c15:ser>
                <c:idx val="2"/>
                <c:order val="2"/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Sheet1!$D$2:$D$5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</c:v>
                      </c:pt>
                      <c:pt idx="1">
                        <c:v>2</c:v>
                      </c:pt>
                      <c:pt idx="2">
                        <c:v>3</c:v>
                      </c:pt>
                      <c:pt idx="3">
                        <c:v>5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5="http://schemas.microsoft.com/office/drawing/2012/chart" uri="{02D57815-91ED-43cb-92C2-25804820EDAC}">
                    <c15:filteredSeriesTitle>
                      <c15:tx>
                        <c:strRef>
                          <c:extLst>
                            <c:ext uri="{02D57815-91ED-43cb-92C2-25804820EDAC}">
                              <c15:formulaRef>
                                <c15:sqref>Sheet1!$D$1</c15:sqref>
                              </c15:formulaRef>
                            </c:ext>
                          </c:extLst>
                          <c:strCache>
                            <c:ptCount val="1"/>
                            <c:pt idx="0">
                              <c:v>系列 3</c:v>
                            </c:pt>
                          </c:strCache>
                        </c:strRef>
                      </c15:tx>
                    </c15:filteredSeriesTitle>
                  </c:ext>
                  <c:ext xmlns:c15="http://schemas.microsoft.com/office/drawing/2012/chart" uri="{02D57815-91ED-43cb-92C2-25804820EDAC}">
                    <c15:filteredCategoryTitle>
                      <c15:cat>
                        <c:strRef>
                          <c:extLst>
                            <c:ext uri="{02D57815-91ED-43cb-92C2-25804820EDAC}">
                              <c15:formulaRef>
                                <c15:sqref>Sheet1!$A$2:$A$5</c15:sqref>
                              </c15:formulaRef>
                            </c:ext>
                          </c:extLst>
                          <c:strCache>
                            <c:ptCount val="4"/>
                            <c:pt idx="0">
                              <c:v>类别 1</c:v>
                            </c:pt>
                            <c:pt idx="1">
                              <c:v>类别 2</c:v>
                            </c:pt>
                            <c:pt idx="2">
                              <c:v>类别 3</c:v>
                            </c:pt>
                            <c:pt idx="3">
                              <c:v>类别 4</c:v>
                            </c:pt>
                          </c:strCache>
                        </c:strRef>
                      </c15:cat>
                    </c15:filteredCategoryTitle>
                  </c:ext>
                  <c:ext xmlns:c16="http://schemas.microsoft.com/office/drawing/2014/chart" uri="{C3380CC4-5D6E-409C-BE32-E72D297353CC}">
                    <c16:uniqueId val="{00000002-A492-4E0A-AF19-E69241088AA4}"/>
                  </c:ext>
                </c:extLst>
              </c15:ser>
            </c15:filteredLineSeries>
          </c:ext>
        </c:extLst>
      </c:lineChart>
      <c:catAx>
        <c:axId val="13650225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65018271"/>
        <c:crosses val="autoZero"/>
        <c:auto val="1"/>
        <c:lblAlgn val="ctr"/>
        <c:lblOffset val="100"/>
        <c:noMultiLvlLbl val="0"/>
      </c:catAx>
      <c:valAx>
        <c:axId val="1365018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650225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C88009-374E-ACB2-99C6-FA385C289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D131C3-1FD6-CA49-685C-EC252ED10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14AF07-FB05-CE76-5AEC-9883C1564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07B-7FE6-491F-818A-163A14C595D8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44FEC6-5226-AB11-927C-9EA1EE0BD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98B88B-FC1D-44BA-09DA-CB755535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97E72-828A-4FE8-BFE0-033F663F9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824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15D93-80F6-CB4F-4A53-1B7FFE9E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D06F60-1847-A3D0-9546-19A95A77E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786DB0-C5B9-2572-CCE4-3DF9E7606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07B-7FE6-491F-818A-163A14C595D8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A4F62A-CBA6-BCF5-586A-8F69A63E9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B469BB-CC17-6F7E-D122-A51C4CD36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97E72-828A-4FE8-BFE0-033F663F9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78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8B3B9F-9C05-0EDC-8D3E-8C49CB68F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9508FE-FC1A-3425-8F54-171F6EA6A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B882AD-9DC9-A7AC-9A68-6D05E1744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07B-7FE6-491F-818A-163A14C595D8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CA12E4-5B20-E71D-2E4A-6D5CC0D2C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FCD925-D60A-B3CD-3FB2-29AACB7FE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97E72-828A-4FE8-BFE0-033F663F9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50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9FC83-0AC8-DD13-56E7-C9EB541A2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743C66-76A9-C001-61E2-34A4F6978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5C1B43-37B3-CF84-FC0B-5E4352BC2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DC6457-71DD-ECB2-F8A4-D06E24D23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07B-7FE6-491F-818A-163A14C595D8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2230A0-0D30-DDE5-0349-87EEC48C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8E84DE-E1FF-FC61-DFFA-C501C5BE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97E72-828A-4FE8-BFE0-033F663F9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447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8969DE-32BD-8A21-98AD-E315C2DAF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4A4BD9-A4FF-08E3-A6E0-F22619C96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BDC463-2236-543B-8561-2FFDBAF54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17E77A-11C9-8C40-0CB9-60B101B16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92A5FC-8008-2027-8007-21FF04D073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D935DBD-7F32-64FE-98C3-09883A72A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07B-7FE6-491F-818A-163A14C595D8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F15F49D-F095-B3F7-AFE2-D871BD4D0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A3FA7D3-3A00-7F62-EEA1-1AE22EBF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97E72-828A-4FE8-BFE0-033F663F9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448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DA2D8F-5CBE-D6D0-80E6-82189AFAD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39957C-0141-5FCB-2B01-EEF88503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07B-7FE6-491F-818A-163A14C595D8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B1CA8D-C0A0-A6A7-7223-207C4D335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D50A17-53AF-3C9F-6617-6C38BD178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97E72-828A-4FE8-BFE0-033F663F9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341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80363F-96E9-8201-3E0D-84DF934A0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07B-7FE6-491F-818A-163A14C595D8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A0D4F0-D298-B454-ADC2-F3D262346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BB0E7B-3FEF-4BC0-CBD7-AE342577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97E72-828A-4FE8-BFE0-033F663F9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218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FC15A-4D16-0713-14FF-BCB31E5DA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44E3B3-B3E9-DF89-6C1C-AD43CDEED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F213D9-F5CF-06FA-5CD5-0AF95DA45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F01A0A-3003-8EE9-15B7-92B7B7C2B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07B-7FE6-491F-818A-163A14C595D8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3550E4-FC5B-BDC3-ED1E-8B1BC83C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AB5EC1-869D-FD9D-4686-91A677046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97E72-828A-4FE8-BFE0-033F663F9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008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47DE5-BF61-5CE4-DBF9-147998C29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C774F8-EF79-77C4-F9C8-B69D83583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D24AE9-01EE-7ACD-2537-AF6713122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0C3905-F925-B525-33A8-406D3D4B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07B-7FE6-491F-818A-163A14C595D8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05B56C-C807-F8A4-19F9-1B4BB1B50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D1E97B-C729-FD96-6B8F-A5E5AB9EF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97E72-828A-4FE8-BFE0-033F663F9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162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54EDB-5F59-213B-14D5-2E5224B05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66339A-3805-8237-C8ED-84B128BC06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E24E39-F1BB-3C15-6B42-E1490C1E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07B-7FE6-491F-818A-163A14C595D8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391231-2578-AB75-D746-BAE3D2916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E7E75E-A921-0F1E-4953-12BABEEA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97E72-828A-4FE8-BFE0-033F663F9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906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038C95-92C6-32BE-F387-028C28E06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3810B13-DDC4-0841-F518-75A0E28DC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84863B-E00A-97C6-0685-47BDF7CD8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A807B-7FE6-491F-818A-163A14C595D8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1191DA-B278-C0A1-65E8-9F0A874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DDE060-84CF-FDF6-D2B9-B5AEF1725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97E72-828A-4FE8-BFE0-033F663F9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99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70C9E9-FBED-1EA2-4B23-5FA592339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A93694-ADDD-6ABC-61C2-4036DAB09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F1E7E5-B2C4-9971-435D-183CC002E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CA807B-7FE6-491F-818A-163A14C595D8}" type="datetimeFigureOut">
              <a:rPr lang="zh-CN" altLang="en-US" smtClean="0"/>
              <a:t>2025/7/17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8A0AC4-53D2-A4E1-C815-A5FE47D65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E57EA-FF16-B245-A037-43FE67B4A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D97E72-828A-4FE8-BFE0-033F663F93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31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79A80A-FEC7-56F1-A6D7-58C06E3898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5C9D4D-E2A4-A194-58CC-9C3924567D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510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DA8182B2-24AB-C9B0-CD62-49B33F0176F2}"/>
              </a:ext>
            </a:extLst>
          </p:cNvPr>
          <p:cNvSpPr/>
          <p:nvPr/>
        </p:nvSpPr>
        <p:spPr>
          <a:xfrm>
            <a:off x="1106906" y="2045368"/>
            <a:ext cx="2045368" cy="3982453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0EE2A9A-2C17-93F0-DA54-625663EAA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Mining the Data – API – Driven Extraction</a:t>
            </a:r>
            <a:endParaRPr lang="zh-CN" altLang="en-US" dirty="0"/>
          </a:p>
        </p:txBody>
      </p:sp>
      <p:pic>
        <p:nvPicPr>
          <p:cNvPr id="11" name="内容占位符 10" descr="图标&#10;&#10;AI 生成的内容可能不正确。">
            <a:extLst>
              <a:ext uri="{FF2B5EF4-FFF2-40B4-BE49-F238E27FC236}">
                <a16:creationId xmlns:a16="http://schemas.microsoft.com/office/drawing/2014/main" id="{29E02E4D-FFBB-00D9-5CAC-45136D48C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590" y="4714170"/>
            <a:ext cx="944437" cy="944437"/>
          </a:xfr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D1F2E2B-D441-C710-B26A-7092CBC413B0}"/>
              </a:ext>
            </a:extLst>
          </p:cNvPr>
          <p:cNvSpPr txBox="1"/>
          <p:nvPr/>
        </p:nvSpPr>
        <p:spPr>
          <a:xfrm>
            <a:off x="1106906" y="2165684"/>
            <a:ext cx="19611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2800" dirty="0"/>
              <a:t>PLATFORM</a:t>
            </a:r>
            <a:endParaRPr lang="zh-SG" altLang="en-US" sz="2800" dirty="0"/>
          </a:p>
        </p:txBody>
      </p:sp>
      <p:pic>
        <p:nvPicPr>
          <p:cNvPr id="5" name="图片 4" descr="徽标&#10;&#10;AI 生成的内容可能不正确。">
            <a:extLst>
              <a:ext uri="{FF2B5EF4-FFF2-40B4-BE49-F238E27FC236}">
                <a16:creationId xmlns:a16="http://schemas.microsoft.com/office/drawing/2014/main" id="{FF1A5CC7-C78D-49E4-8F77-FA51DDD78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355" y="2809220"/>
            <a:ext cx="647700" cy="647700"/>
          </a:xfrm>
          <a:prstGeom prst="rect">
            <a:avLst/>
          </a:prstGeom>
        </p:spPr>
      </p:pic>
      <p:pic>
        <p:nvPicPr>
          <p:cNvPr id="7" name="图片 6" descr="图标&#10;&#10;AI 生成的内容可能不正确。">
            <a:extLst>
              <a:ext uri="{FF2B5EF4-FFF2-40B4-BE49-F238E27FC236}">
                <a16:creationId xmlns:a16="http://schemas.microsoft.com/office/drawing/2014/main" id="{0389B0D0-FD32-189D-AF84-25F24BD922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264" y="2790170"/>
            <a:ext cx="685800" cy="685800"/>
          </a:xfrm>
          <a:prstGeom prst="rect">
            <a:avLst/>
          </a:prstGeom>
        </p:spPr>
      </p:pic>
      <p:pic>
        <p:nvPicPr>
          <p:cNvPr id="9" name="图片 8" descr="图标&#10;&#10;AI 生成的内容可能不正确。">
            <a:extLst>
              <a:ext uri="{FF2B5EF4-FFF2-40B4-BE49-F238E27FC236}">
                <a16:creationId xmlns:a16="http://schemas.microsoft.com/office/drawing/2014/main" id="{6FDF0C42-1F3E-96A8-4B2A-A599E10FB4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357" y="4818912"/>
            <a:ext cx="839695" cy="839695"/>
          </a:xfrm>
          <a:prstGeom prst="rect">
            <a:avLst/>
          </a:prstGeom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6DBA8AD9-81F0-206C-BF5E-1A8263315ACA}"/>
              </a:ext>
            </a:extLst>
          </p:cNvPr>
          <p:cNvSpPr/>
          <p:nvPr/>
        </p:nvSpPr>
        <p:spPr>
          <a:xfrm>
            <a:off x="4846682" y="3620170"/>
            <a:ext cx="1359568" cy="1325563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0D7868-BA8C-7236-FC4F-AA4E6E8B8D2C}"/>
              </a:ext>
            </a:extLst>
          </p:cNvPr>
          <p:cNvSpPr txBox="1"/>
          <p:nvPr/>
        </p:nvSpPr>
        <p:spPr>
          <a:xfrm>
            <a:off x="5053263" y="3898232"/>
            <a:ext cx="10427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4400" dirty="0">
                <a:solidFill>
                  <a:schemeClr val="accent6"/>
                </a:solidFill>
              </a:rPr>
              <a:t>API</a:t>
            </a:r>
            <a:endParaRPr lang="zh-SG" altLang="en-US" sz="4400" dirty="0">
              <a:solidFill>
                <a:schemeClr val="accent6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71F50F9-7891-B2B5-AEC1-2D339568FA52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3212431" y="4282951"/>
            <a:ext cx="163425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B8FA274-116E-AE8B-7A63-46469540A84C}"/>
              </a:ext>
            </a:extLst>
          </p:cNvPr>
          <p:cNvCxnSpPr>
            <a:stCxn id="12" idx="6"/>
          </p:cNvCxnSpPr>
          <p:nvPr/>
        </p:nvCxnSpPr>
        <p:spPr>
          <a:xfrm flipV="1">
            <a:off x="6206250" y="4282951"/>
            <a:ext cx="150599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六边形 18">
            <a:extLst>
              <a:ext uri="{FF2B5EF4-FFF2-40B4-BE49-F238E27FC236}">
                <a16:creationId xmlns:a16="http://schemas.microsoft.com/office/drawing/2014/main" id="{2D907080-6C61-9326-191D-6756D47B19AD}"/>
              </a:ext>
            </a:extLst>
          </p:cNvPr>
          <p:cNvSpPr/>
          <p:nvPr/>
        </p:nvSpPr>
        <p:spPr>
          <a:xfrm>
            <a:off x="7757853" y="3357310"/>
            <a:ext cx="2045368" cy="1852850"/>
          </a:xfrm>
          <a:prstGeom prst="hexagon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280D16D-4161-D7DB-1C62-E6FD0C21A7FE}"/>
              </a:ext>
            </a:extLst>
          </p:cNvPr>
          <p:cNvSpPr txBox="1"/>
          <p:nvPr/>
        </p:nvSpPr>
        <p:spPr>
          <a:xfrm>
            <a:off x="8109284" y="3620170"/>
            <a:ext cx="1342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SG" sz="3600" dirty="0">
                <a:solidFill>
                  <a:schemeClr val="accent2">
                    <a:lumMod val="75000"/>
                  </a:schemeClr>
                </a:solidFill>
              </a:rPr>
              <a:t>RAW</a:t>
            </a:r>
          </a:p>
          <a:p>
            <a:r>
              <a:rPr lang="en-US" altLang="zh-SG" sz="3600" dirty="0">
                <a:solidFill>
                  <a:schemeClr val="accent2">
                    <a:lumMod val="75000"/>
                  </a:schemeClr>
                </a:solidFill>
              </a:rPr>
              <a:t>DATA</a:t>
            </a:r>
            <a:endParaRPr lang="zh-SG" alt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95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95AAD-3BB8-A32B-3C96-C07B9D360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Feature Engineering</a:t>
            </a:r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5E11A3D-AC5D-6DD2-0CE9-26355F050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Before</a:t>
            </a:r>
            <a:endParaRPr lang="zh-CN" altLang="en-US" dirty="0"/>
          </a:p>
        </p:txBody>
      </p:sp>
      <p:sp>
        <p:nvSpPr>
          <p:cNvPr id="11" name="内容占位符 10">
            <a:extLst>
              <a:ext uri="{FF2B5EF4-FFF2-40B4-BE49-F238E27FC236}">
                <a16:creationId xmlns:a16="http://schemas.microsoft.com/office/drawing/2014/main" id="{B121F825-05BB-EE34-12B1-2EC212FD19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Total </a:t>
            </a:r>
            <a:r>
              <a:rPr lang="en-US" altLang="zh-CN" dirty="0" err="1"/>
              <a:t>Wishlists</a:t>
            </a:r>
            <a:r>
              <a:rPr lang="en-US" altLang="zh-CN" dirty="0"/>
              <a:t>: 5000…………………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Sentiment: Positive</a:t>
            </a:r>
            <a:endParaRPr lang="zh-CN" altLang="en-US" dirty="0"/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3EB1FFE-1B0F-C81E-407C-D2FDDC8034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After</a:t>
            </a:r>
            <a:endParaRPr lang="zh-CN" altLang="en-US" dirty="0"/>
          </a:p>
        </p:txBody>
      </p:sp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ADA0E01C-78D1-462E-B785-69A9B2160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3"/>
            <a:ext cx="5183188" cy="4437147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7 – Day Wishlist Velocity: +15000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Sentiment Trend: + 0.8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Devoloper</a:t>
            </a:r>
            <a:r>
              <a:rPr lang="en-US" altLang="zh-CN" dirty="0"/>
              <a:t> Reputation Score: 8.2 / 10</a:t>
            </a:r>
            <a:endParaRPr lang="zh-CN" altLang="en-US" dirty="0"/>
          </a:p>
        </p:txBody>
      </p:sp>
      <p:sp>
        <p:nvSpPr>
          <p:cNvPr id="14" name="箭头: 上 13">
            <a:extLst>
              <a:ext uri="{FF2B5EF4-FFF2-40B4-BE49-F238E27FC236}">
                <a16:creationId xmlns:a16="http://schemas.microsoft.com/office/drawing/2014/main" id="{B27F9268-6AD4-4DCA-695B-586403113D54}"/>
              </a:ext>
            </a:extLst>
          </p:cNvPr>
          <p:cNvSpPr/>
          <p:nvPr/>
        </p:nvSpPr>
        <p:spPr>
          <a:xfrm>
            <a:off x="7759700" y="2921000"/>
            <a:ext cx="279400" cy="330200"/>
          </a:xfrm>
          <a:prstGeom prst="up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7" name="图表 16">
            <a:extLst>
              <a:ext uri="{FF2B5EF4-FFF2-40B4-BE49-F238E27FC236}">
                <a16:creationId xmlns:a16="http://schemas.microsoft.com/office/drawing/2014/main" id="{F45543EE-36C1-5FD8-50E5-D2FBD11230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5337178"/>
              </p:ext>
            </p:extLst>
          </p:nvPr>
        </p:nvGraphicFramePr>
        <p:xfrm>
          <a:off x="10223500" y="4485480"/>
          <a:ext cx="1574800" cy="1382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20890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1E51C7E0-1189-C7FC-6F79-02F4836A3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SG" sz="4400" dirty="0"/>
              <a:t>Code in Action</a:t>
            </a:r>
            <a:endParaRPr lang="zh-SG" altLang="en-US" sz="4400" dirty="0"/>
          </a:p>
        </p:txBody>
      </p:sp>
      <p:pic>
        <p:nvPicPr>
          <p:cNvPr id="32" name="图片 31" descr="文本&#10;&#10;AI 生成的内容可能不正确。">
            <a:extLst>
              <a:ext uri="{FF2B5EF4-FFF2-40B4-BE49-F238E27FC236}">
                <a16:creationId xmlns:a16="http://schemas.microsoft.com/office/drawing/2014/main" id="{DD0AA7F3-C6E0-6238-80DB-8F7571AB83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2711"/>
            <a:ext cx="5761729" cy="1829055"/>
          </a:xfrm>
          <a:prstGeom prst="rect">
            <a:avLst/>
          </a:prstGeom>
        </p:spPr>
      </p:pic>
      <p:pic>
        <p:nvPicPr>
          <p:cNvPr id="34" name="图片 33" descr="文本&#10;&#10;AI 生成的内容可能不正确。">
            <a:extLst>
              <a:ext uri="{FF2B5EF4-FFF2-40B4-BE49-F238E27FC236}">
                <a16:creationId xmlns:a16="http://schemas.microsoft.com/office/drawing/2014/main" id="{1EC3D6ED-096D-7498-915C-0BA616F77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729" y="5010139"/>
            <a:ext cx="5761729" cy="1876687"/>
          </a:xfrm>
          <a:prstGeom prst="rect">
            <a:avLst/>
          </a:prstGeom>
        </p:spPr>
      </p:pic>
      <p:pic>
        <p:nvPicPr>
          <p:cNvPr id="36" name="图片 35" descr="文本&#10;&#10;AI 生成的内容可能不正确。">
            <a:extLst>
              <a:ext uri="{FF2B5EF4-FFF2-40B4-BE49-F238E27FC236}">
                <a16:creationId xmlns:a16="http://schemas.microsoft.com/office/drawing/2014/main" id="{E300544D-C2FD-31ED-F66A-E18FA00AE5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2655"/>
            <a:ext cx="11345858" cy="2010056"/>
          </a:xfrm>
          <a:prstGeom prst="rect">
            <a:avLst/>
          </a:prstGeom>
        </p:spPr>
      </p:pic>
      <p:sp>
        <p:nvSpPr>
          <p:cNvPr id="38" name="内容占位符 37">
            <a:extLst>
              <a:ext uri="{FF2B5EF4-FFF2-40B4-BE49-F238E27FC236}">
                <a16:creationId xmlns:a16="http://schemas.microsoft.com/office/drawing/2014/main" id="{F3A2254C-8A04-5E1C-C6DF-106D616A0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0272" y="3252711"/>
            <a:ext cx="4923528" cy="2924252"/>
          </a:xfrm>
        </p:spPr>
        <p:txBody>
          <a:bodyPr/>
          <a:lstStyle/>
          <a:p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3611588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1A96ED-066D-0853-6ADF-6E955B3D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 dirty="0"/>
              <a:t>The Final Feature Set</a:t>
            </a:r>
            <a:endParaRPr lang="zh-SG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01D984F-F27D-C5A1-0447-4135E53731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100113"/>
              </p:ext>
            </p:extLst>
          </p:nvPr>
        </p:nvGraphicFramePr>
        <p:xfrm>
          <a:off x="838200" y="1825623"/>
          <a:ext cx="10515600" cy="4788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616869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526781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916549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44586528"/>
                    </a:ext>
                  </a:extLst>
                </a:gridCol>
              </a:tblGrid>
              <a:tr h="748493">
                <a:tc>
                  <a:txBody>
                    <a:bodyPr/>
                    <a:lstStyle/>
                    <a:p>
                      <a:r>
                        <a:rPr lang="en-US" altLang="zh-SG" sz="2800" dirty="0"/>
                        <a:t>Reddit</a:t>
                      </a:r>
                      <a:endParaRPr lang="zh-SG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SG" sz="2800" dirty="0"/>
                        <a:t>Steam</a:t>
                      </a:r>
                      <a:endParaRPr lang="zh-SG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SG" sz="2800" dirty="0"/>
                        <a:t>Twitch</a:t>
                      </a:r>
                      <a:endParaRPr lang="zh-SG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SG" sz="2800" dirty="0" err="1"/>
                        <a:t>Youtube</a:t>
                      </a:r>
                      <a:endParaRPr lang="zh-SG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919163"/>
                  </a:ext>
                </a:extLst>
              </a:tr>
              <a:tr h="748493">
                <a:tc>
                  <a:txBody>
                    <a:bodyPr/>
                    <a:lstStyle/>
                    <a:p>
                      <a:r>
                        <a:rPr lang="en-US" altLang="zh-SG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reddit_avg_score</a:t>
                      </a:r>
                      <a:endParaRPr lang="zh-SG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SG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steam_current_players</a:t>
                      </a:r>
                      <a:endParaRPr lang="zh-SG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SG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twitch_total_viewers</a:t>
                      </a:r>
                      <a:endParaRPr lang="zh-SG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SG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youtube_avg_likes</a:t>
                      </a:r>
                      <a:endParaRPr lang="zh-SG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941086"/>
                  </a:ext>
                </a:extLst>
              </a:tr>
              <a:tr h="748493">
                <a:tc>
                  <a:txBody>
                    <a:bodyPr/>
                    <a:lstStyle/>
                    <a:p>
                      <a:r>
                        <a:rPr lang="en-US" altLang="zh-SG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reddit_engagement_rate</a:t>
                      </a:r>
                      <a:endParaRPr lang="zh-SG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 err="1">
                          <a:effectLst/>
                        </a:rPr>
                        <a:t>steam_wishlist_count</a:t>
                      </a:r>
                      <a:endParaRPr lang="en-US" sz="2400" dirty="0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SG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twitch_unique_streamers</a:t>
                      </a:r>
                      <a:endParaRPr lang="zh-SG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 err="1">
                          <a:effectLst/>
                        </a:rPr>
                        <a:t>youtube_avg_comments</a:t>
                      </a:r>
                      <a:endParaRPr lang="en-US" sz="2400" dirty="0">
                        <a:effectLst/>
                      </a:endParaRP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200663357"/>
                  </a:ext>
                </a:extLst>
              </a:tr>
              <a:tr h="748493">
                <a:tc>
                  <a:txBody>
                    <a:bodyPr/>
                    <a:lstStyle/>
                    <a:p>
                      <a:r>
                        <a:rPr lang="en-US" altLang="zh-SG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reddit_avg_sentiment</a:t>
                      </a:r>
                      <a:endParaRPr lang="zh-SG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SG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steam_metacritic</a:t>
                      </a:r>
                      <a:endParaRPr lang="zh-SG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SG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twitch_max_viewers</a:t>
                      </a:r>
                      <a:endParaRPr lang="zh-SG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 err="1">
                          <a:effectLst/>
                        </a:rPr>
                        <a:t>youtube_max_comments</a:t>
                      </a:r>
                      <a:endParaRPr lang="en-US" sz="2400" dirty="0">
                        <a:effectLst/>
                      </a:endParaRPr>
                    </a:p>
                  </a:txBody>
                  <a:tcPr marL="82550" marR="82550" marT="38100" marB="38100" anchor="ctr"/>
                </a:tc>
                <a:extLst>
                  <a:ext uri="{0D108BD9-81ED-4DB2-BD59-A6C34878D82A}">
                    <a16:rowId xmlns:a16="http://schemas.microsoft.com/office/drawing/2014/main" val="2425762084"/>
                  </a:ext>
                </a:extLst>
              </a:tr>
              <a:tr h="748493">
                <a:tc>
                  <a:txBody>
                    <a:bodyPr/>
                    <a:lstStyle/>
                    <a:p>
                      <a:r>
                        <a:rPr lang="en-US" altLang="zh-SG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reddit_total_commenters</a:t>
                      </a:r>
                      <a:endParaRPr lang="zh-SG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 dirty="0" err="1">
                          <a:effectLst/>
                        </a:rPr>
                        <a:t>steam_review_count</a:t>
                      </a:r>
                      <a:endParaRPr lang="en-US" sz="2400" dirty="0">
                        <a:effectLst/>
                      </a:endParaRP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r>
                        <a:rPr lang="en-US" altLang="zh-SG" sz="2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twitch_viewer_cv</a:t>
                      </a:r>
                      <a:endParaRPr lang="zh-SG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SG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008313"/>
                  </a:ext>
                </a:extLst>
              </a:tr>
              <a:tr h="748493">
                <a:tc>
                  <a:txBody>
                    <a:bodyPr/>
                    <a:lstStyle/>
                    <a:p>
                      <a:endParaRPr lang="zh-SG" alt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SG" alt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SG" alt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SG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331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66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447A70-5825-86F9-342D-C6981A99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Hybird</a:t>
            </a:r>
            <a:r>
              <a:rPr lang="en-US" altLang="zh-CN" dirty="0"/>
              <a:t> &amp; Interpretable Model</a:t>
            </a:r>
            <a:endParaRPr lang="zh-CN" altLang="en-US" dirty="0"/>
          </a:p>
        </p:txBody>
      </p:sp>
      <p:pic>
        <p:nvPicPr>
          <p:cNvPr id="9" name="内容占位符 8" descr="图示&#10;&#10;AI 生成的内容可能不正确。">
            <a:extLst>
              <a:ext uri="{FF2B5EF4-FFF2-40B4-BE49-F238E27FC236}">
                <a16:creationId xmlns:a16="http://schemas.microsoft.com/office/drawing/2014/main" id="{D9DE4979-3316-7278-98AA-A97D9E946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1" y="1491130"/>
            <a:ext cx="10028336" cy="5125569"/>
          </a:xfrm>
        </p:spPr>
      </p:pic>
      <p:pic>
        <p:nvPicPr>
          <p:cNvPr id="15" name="图片 14" descr="徽标&#10;&#10;AI 生成的内容可能不正确。">
            <a:extLst>
              <a:ext uri="{FF2B5EF4-FFF2-40B4-BE49-F238E27FC236}">
                <a16:creationId xmlns:a16="http://schemas.microsoft.com/office/drawing/2014/main" id="{687D1D98-FBF1-03B8-2BA7-37DD94C83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913" y="2260600"/>
            <a:ext cx="647700" cy="647700"/>
          </a:xfrm>
          <a:prstGeom prst="rect">
            <a:avLst/>
          </a:prstGeom>
        </p:spPr>
      </p:pic>
      <p:pic>
        <p:nvPicPr>
          <p:cNvPr id="17" name="图片 16" descr="图标&#10;&#10;AI 生成的内容可能不正确。">
            <a:extLst>
              <a:ext uri="{FF2B5EF4-FFF2-40B4-BE49-F238E27FC236}">
                <a16:creationId xmlns:a16="http://schemas.microsoft.com/office/drawing/2014/main" id="{A5EAA4EA-5834-07A5-98F8-6F8B0D0AF9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700" y="2260600"/>
            <a:ext cx="685800" cy="685800"/>
          </a:xfrm>
          <a:prstGeom prst="rect">
            <a:avLst/>
          </a:prstGeom>
        </p:spPr>
      </p:pic>
      <p:pic>
        <p:nvPicPr>
          <p:cNvPr id="19" name="图片 18" descr="图标&#10;&#10;AI 生成的内容可能不正确。">
            <a:extLst>
              <a:ext uri="{FF2B5EF4-FFF2-40B4-BE49-F238E27FC236}">
                <a16:creationId xmlns:a16="http://schemas.microsoft.com/office/drawing/2014/main" id="{6E1DBBD5-E79C-AC84-0F4D-277B59AC03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852" y="5180105"/>
            <a:ext cx="839695" cy="83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903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9D58BF-8ED2-9108-DE70-D7752E6F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From Predict to Actionable Intelligence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68B723-A4E3-DD48-0369-99EF26CE5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619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CB549A-50B0-5FAC-7BFA-83C57E995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Shape of Buzz Matters Most (insight)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41C6EA-9A22-4DC4-23DF-6BB55B237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可删</a:t>
            </a:r>
          </a:p>
        </p:txBody>
      </p:sp>
    </p:spTree>
    <p:extLst>
      <p:ext uri="{BB962C8B-B14F-4D97-AF65-F5344CB8AC3E}">
        <p14:creationId xmlns:p14="http://schemas.microsoft.com/office/powerpoint/2010/main" val="1739018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1AE36-A3F8-F5EF-2ADB-7A5B0084F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Strategic Advantage: </a:t>
            </a:r>
            <a:br>
              <a:rPr lang="en-US" altLang="zh-CN" dirty="0"/>
            </a:br>
            <a:r>
              <a:rPr lang="en-US" altLang="zh-CN" dirty="0"/>
              <a:t>AI – Driven Marketing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7B6986-D737-1F6A-1BC7-E88F430525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B5B3B5C-B1D1-CD33-D47A-F6E99DB8AC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94F341E1-232A-0450-A1A8-377EF697B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57A537F-8276-ABF8-77C3-CDCCFA51AC2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979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61442-A7FE-6B61-21A0-C69728E4C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Limitations</a:t>
            </a:r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828FDA-B203-89B9-4D0F-3705A24FC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7C9984-5546-9FC1-85CC-ECC25F27F2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97C58E-48DC-E88D-D291-FCC803748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56AF51-7BEF-EE29-2802-5690EC2A399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86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</TotalTime>
  <Words>158</Words>
  <Application>Microsoft Office PowerPoint</Application>
  <PresentationFormat>宽屏</PresentationFormat>
  <Paragraphs>47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PowerPoint 演示文稿</vt:lpstr>
      <vt:lpstr>Mining the Data – API – Driven Extraction</vt:lpstr>
      <vt:lpstr>Feature Engineering</vt:lpstr>
      <vt:lpstr>Code in Action</vt:lpstr>
      <vt:lpstr>The Final Feature Set</vt:lpstr>
      <vt:lpstr>Hybird &amp; Interpretable Model</vt:lpstr>
      <vt:lpstr>From Predict to Actionable Intelligence</vt:lpstr>
      <vt:lpstr>The Shape of Buzz Matters Most (insight)</vt:lpstr>
      <vt:lpstr>The Strategic Advantage:  AI – Driven Marketing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Yuxuan Lin</dc:creator>
  <cp:lastModifiedBy>YUHAO LIN</cp:lastModifiedBy>
  <cp:revision>7</cp:revision>
  <dcterms:created xsi:type="dcterms:W3CDTF">2025-07-16T14:15:02Z</dcterms:created>
  <dcterms:modified xsi:type="dcterms:W3CDTF">2025-07-17T16:53:26Z</dcterms:modified>
</cp:coreProperties>
</file>